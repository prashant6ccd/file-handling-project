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1" r:id="rId4"/>
  </p:sldMasterIdLst>
  <p:notesMasterIdLst>
    <p:notesMasterId r:id="rId15"/>
  </p:notesMasterIdLst>
  <p:handoutMasterIdLst>
    <p:handoutMasterId r:id="rId16"/>
  </p:handoutMasterIdLst>
  <p:sldIdLst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0432D5-C14F-4684-BC72-9686A763116A}" v="58" dt="2026-10-04T19:12:54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8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 Jangir" userId="17be02d142f14037" providerId="LiveId" clId="{75D09DB6-720B-4C56-8E81-DDCE66D639CE}"/>
    <pc:docChg chg="undo custSel addSld delSld modSld">
      <pc:chgData name="Prashant Jangir" userId="17be02d142f14037" providerId="LiveId" clId="{75D09DB6-720B-4C56-8E81-DDCE66D639CE}" dt="2026-10-04T19:12:54.810" v="303"/>
      <pc:docMkLst>
        <pc:docMk/>
      </pc:docMkLst>
      <pc:sldChg chg="modAnim">
        <pc:chgData name="Prashant Jangir" userId="17be02d142f14037" providerId="LiveId" clId="{75D09DB6-720B-4C56-8E81-DDCE66D639CE}" dt="2026-10-04T19:11:24.538" v="279"/>
        <pc:sldMkLst>
          <pc:docMk/>
          <pc:sldMk cId="2329614230" sldId="260"/>
        </pc:sldMkLst>
      </pc:sldChg>
      <pc:sldChg chg="modSp mod">
        <pc:chgData name="Prashant Jangir" userId="17be02d142f14037" providerId="LiveId" clId="{75D09DB6-720B-4C56-8E81-DDCE66D639CE}" dt="2026-10-04T19:03:23.837" v="199" actId="20577"/>
        <pc:sldMkLst>
          <pc:docMk/>
          <pc:sldMk cId="2614115505" sldId="261"/>
        </pc:sldMkLst>
        <pc:spChg chg="mod">
          <ac:chgData name="Prashant Jangir" userId="17be02d142f14037" providerId="LiveId" clId="{75D09DB6-720B-4C56-8E81-DDCE66D639CE}" dt="2026-10-04T19:03:23.837" v="199" actId="20577"/>
          <ac:spMkLst>
            <pc:docMk/>
            <pc:sldMk cId="2614115505" sldId="261"/>
            <ac:spMk id="3" creationId="{917CDE3F-4C4F-B2E9-3297-727B2D6D58B9}"/>
          </ac:spMkLst>
        </pc:spChg>
      </pc:sldChg>
      <pc:sldChg chg="modAnim">
        <pc:chgData name="Prashant Jangir" userId="17be02d142f14037" providerId="LiveId" clId="{75D09DB6-720B-4C56-8E81-DDCE66D639CE}" dt="2026-10-04T19:11:53.495" v="288"/>
        <pc:sldMkLst>
          <pc:docMk/>
          <pc:sldMk cId="1094864332" sldId="262"/>
        </pc:sldMkLst>
      </pc:sldChg>
      <pc:sldChg chg="addSp delSp modSp mod modAnim">
        <pc:chgData name="Prashant Jangir" userId="17be02d142f14037" providerId="LiveId" clId="{75D09DB6-720B-4C56-8E81-DDCE66D639CE}" dt="2026-10-04T19:11:58" v="289"/>
        <pc:sldMkLst>
          <pc:docMk/>
          <pc:sldMk cId="3227228047" sldId="263"/>
        </pc:sldMkLst>
        <pc:spChg chg="del mod">
          <ac:chgData name="Prashant Jangir" userId="17be02d142f14037" providerId="LiveId" clId="{75D09DB6-720B-4C56-8E81-DDCE66D639CE}" dt="2026-10-04T18:40:46.726" v="20" actId="478"/>
          <ac:spMkLst>
            <pc:docMk/>
            <pc:sldMk cId="3227228047" sldId="263"/>
            <ac:spMk id="3" creationId="{BEF466B1-DAFA-9F47-5BA9-87BA9908D0FE}"/>
          </ac:spMkLst>
        </pc:spChg>
        <pc:spChg chg="add mod">
          <ac:chgData name="Prashant Jangir" userId="17be02d142f14037" providerId="LiveId" clId="{75D09DB6-720B-4C56-8E81-DDCE66D639CE}" dt="2026-10-04T18:49:36.145" v="66" actId="14100"/>
          <ac:spMkLst>
            <pc:docMk/>
            <pc:sldMk cId="3227228047" sldId="263"/>
            <ac:spMk id="4" creationId="{B0E082A7-46E4-7196-65AF-AFF23B0C6AFF}"/>
          </ac:spMkLst>
        </pc:spChg>
      </pc:sldChg>
      <pc:sldChg chg="modSp new mod modAnim">
        <pc:chgData name="Prashant Jangir" userId="17be02d142f14037" providerId="LiveId" clId="{75D09DB6-720B-4C56-8E81-DDCE66D639CE}" dt="2026-10-04T19:12:03.511" v="290"/>
        <pc:sldMkLst>
          <pc:docMk/>
          <pc:sldMk cId="50500283" sldId="264"/>
        </pc:sldMkLst>
        <pc:spChg chg="mod">
          <ac:chgData name="Prashant Jangir" userId="17be02d142f14037" providerId="LiveId" clId="{75D09DB6-720B-4C56-8E81-DDCE66D639CE}" dt="2026-10-04T18:44:19.078" v="38" actId="14100"/>
          <ac:spMkLst>
            <pc:docMk/>
            <pc:sldMk cId="50500283" sldId="264"/>
            <ac:spMk id="2" creationId="{BBE866B2-7F89-1709-7E57-A1BCF4A56E99}"/>
          </ac:spMkLst>
        </pc:spChg>
        <pc:spChg chg="mod">
          <ac:chgData name="Prashant Jangir" userId="17be02d142f14037" providerId="LiveId" clId="{75D09DB6-720B-4C56-8E81-DDCE66D639CE}" dt="2026-10-04T18:47:14.910" v="64" actId="27636"/>
          <ac:spMkLst>
            <pc:docMk/>
            <pc:sldMk cId="50500283" sldId="264"/>
            <ac:spMk id="3" creationId="{E3FE9D55-13E7-A5CF-BA49-AE87DF2427A2}"/>
          </ac:spMkLst>
        </pc:spChg>
      </pc:sldChg>
      <pc:sldChg chg="addSp delSp modSp new mod modAnim">
        <pc:chgData name="Prashant Jangir" userId="17be02d142f14037" providerId="LiveId" clId="{75D09DB6-720B-4C56-8E81-DDCE66D639CE}" dt="2026-10-04T19:12:08.949" v="291"/>
        <pc:sldMkLst>
          <pc:docMk/>
          <pc:sldMk cId="452325623" sldId="265"/>
        </pc:sldMkLst>
        <pc:spChg chg="del mod">
          <ac:chgData name="Prashant Jangir" userId="17be02d142f14037" providerId="LiveId" clId="{75D09DB6-720B-4C56-8E81-DDCE66D639CE}" dt="2026-10-04T18:54:45.747" v="98" actId="478"/>
          <ac:spMkLst>
            <pc:docMk/>
            <pc:sldMk cId="452325623" sldId="265"/>
            <ac:spMk id="3" creationId="{63AC3E07-A841-0793-F632-2F6DA00F7901}"/>
          </ac:spMkLst>
        </pc:spChg>
        <pc:spChg chg="add mod">
          <ac:chgData name="Prashant Jangir" userId="17be02d142f14037" providerId="LiveId" clId="{75D09DB6-720B-4C56-8E81-DDCE66D639CE}" dt="2026-10-04T18:53:14.035" v="85" actId="113"/>
          <ac:spMkLst>
            <pc:docMk/>
            <pc:sldMk cId="452325623" sldId="265"/>
            <ac:spMk id="4" creationId="{482F7D88-82B3-DC91-8D23-6548A448C19E}"/>
          </ac:spMkLst>
        </pc:spChg>
        <pc:spChg chg="add mod">
          <ac:chgData name="Prashant Jangir" userId="17be02d142f14037" providerId="LiveId" clId="{75D09DB6-720B-4C56-8E81-DDCE66D639CE}" dt="2026-10-04T18:54:03.100" v="90" actId="1076"/>
          <ac:spMkLst>
            <pc:docMk/>
            <pc:sldMk cId="452325623" sldId="265"/>
            <ac:spMk id="5" creationId="{9EA5ADE1-F5E4-A13C-C319-D07113470AB1}"/>
          </ac:spMkLst>
        </pc:spChg>
        <pc:spChg chg="add mod">
          <ac:chgData name="Prashant Jangir" userId="17be02d142f14037" providerId="LiveId" clId="{75D09DB6-720B-4C56-8E81-DDCE66D639CE}" dt="2026-10-04T18:55:48.861" v="108" actId="1076"/>
          <ac:spMkLst>
            <pc:docMk/>
            <pc:sldMk cId="452325623" sldId="265"/>
            <ac:spMk id="6" creationId="{5EAC8777-CB2A-9D73-FA46-427C2172A193}"/>
          </ac:spMkLst>
        </pc:spChg>
      </pc:sldChg>
      <pc:sldChg chg="new del">
        <pc:chgData name="Prashant Jangir" userId="17be02d142f14037" providerId="LiveId" clId="{75D09DB6-720B-4C56-8E81-DDCE66D639CE}" dt="2026-10-04T18:56:39.048" v="110" actId="47"/>
        <pc:sldMkLst>
          <pc:docMk/>
          <pc:sldMk cId="884641710" sldId="266"/>
        </pc:sldMkLst>
      </pc:sldChg>
      <pc:sldChg chg="addSp delSp modSp new mod">
        <pc:chgData name="Prashant Jangir" userId="17be02d142f14037" providerId="LiveId" clId="{75D09DB6-720B-4C56-8E81-DDCE66D639CE}" dt="2026-10-04T18:59:36.616" v="131" actId="1076"/>
        <pc:sldMkLst>
          <pc:docMk/>
          <pc:sldMk cId="1533218267" sldId="266"/>
        </pc:sldMkLst>
        <pc:spChg chg="del">
          <ac:chgData name="Prashant Jangir" userId="17be02d142f14037" providerId="LiveId" clId="{75D09DB6-720B-4C56-8E81-DDCE66D639CE}" dt="2026-10-04T18:58:01.445" v="120" actId="478"/>
          <ac:spMkLst>
            <pc:docMk/>
            <pc:sldMk cId="1533218267" sldId="266"/>
            <ac:spMk id="2" creationId="{BBCCCB17-2CBE-AE72-B533-E48AC6B081B6}"/>
          </ac:spMkLst>
        </pc:spChg>
        <pc:spChg chg="del mod">
          <ac:chgData name="Prashant Jangir" userId="17be02d142f14037" providerId="LiveId" clId="{75D09DB6-720B-4C56-8E81-DDCE66D639CE}" dt="2026-10-04T18:58:47.077" v="125" actId="478"/>
          <ac:spMkLst>
            <pc:docMk/>
            <pc:sldMk cId="1533218267" sldId="266"/>
            <ac:spMk id="3" creationId="{9EE85F48-0842-2774-2E6D-373D0B53791E}"/>
          </ac:spMkLst>
        </pc:spChg>
        <pc:spChg chg="add mod">
          <ac:chgData name="Prashant Jangir" userId="17be02d142f14037" providerId="LiveId" clId="{75D09DB6-720B-4C56-8E81-DDCE66D639CE}" dt="2026-10-04T18:59:36.616" v="131" actId="1076"/>
          <ac:spMkLst>
            <pc:docMk/>
            <pc:sldMk cId="1533218267" sldId="266"/>
            <ac:spMk id="4" creationId="{C5E3582A-1F67-44F5-4AD4-F17458D492E4}"/>
          </ac:spMkLst>
        </pc:spChg>
        <pc:spChg chg="add mod">
          <ac:chgData name="Prashant Jangir" userId="17be02d142f14037" providerId="LiveId" clId="{75D09DB6-720B-4C56-8E81-DDCE66D639CE}" dt="2026-10-04T18:59:24.565" v="130" actId="1076"/>
          <ac:spMkLst>
            <pc:docMk/>
            <pc:sldMk cId="1533218267" sldId="266"/>
            <ac:spMk id="5" creationId="{B57978B5-127F-0269-A746-B5EECB3775B1}"/>
          </ac:spMkLst>
        </pc:spChg>
      </pc:sldChg>
      <pc:sldChg chg="addSp delSp modSp new mod modAnim">
        <pc:chgData name="Prashant Jangir" userId="17be02d142f14037" providerId="LiveId" clId="{75D09DB6-720B-4C56-8E81-DDCE66D639CE}" dt="2026-10-04T19:12:14.918" v="292"/>
        <pc:sldMkLst>
          <pc:docMk/>
          <pc:sldMk cId="3375819443" sldId="267"/>
        </pc:sldMkLst>
        <pc:spChg chg="del">
          <ac:chgData name="Prashant Jangir" userId="17be02d142f14037" providerId="LiveId" clId="{75D09DB6-720B-4C56-8E81-DDCE66D639CE}" dt="2026-10-04T19:00:20.001" v="133" actId="478"/>
          <ac:spMkLst>
            <pc:docMk/>
            <pc:sldMk cId="3375819443" sldId="267"/>
            <ac:spMk id="3" creationId="{2D959E89-5BE3-28AD-29C3-C15BB622FFF9}"/>
          </ac:spMkLst>
        </pc:spChg>
        <pc:spChg chg="add mod">
          <ac:chgData name="Prashant Jangir" userId="17be02d142f14037" providerId="LiveId" clId="{75D09DB6-720B-4C56-8E81-DDCE66D639CE}" dt="2026-10-04T19:01:39.737" v="186" actId="20577"/>
          <ac:spMkLst>
            <pc:docMk/>
            <pc:sldMk cId="3375819443" sldId="267"/>
            <ac:spMk id="4" creationId="{C0C1BBD2-F879-1DDB-D3DC-161C52948702}"/>
          </ac:spMkLst>
        </pc:spChg>
        <pc:spChg chg="add del mod">
          <ac:chgData name="Prashant Jangir" userId="17be02d142f14037" providerId="LiveId" clId="{75D09DB6-720B-4C56-8E81-DDCE66D639CE}" dt="2026-10-04T19:01:17.560" v="148"/>
          <ac:spMkLst>
            <pc:docMk/>
            <pc:sldMk cId="3375819443" sldId="267"/>
            <ac:spMk id="5" creationId="{69261D72-68BF-24F0-E222-57B52B97DF97}"/>
          </ac:spMkLst>
        </pc:spChg>
        <pc:spChg chg="add mod">
          <ac:chgData name="Prashant Jangir" userId="17be02d142f14037" providerId="LiveId" clId="{75D09DB6-720B-4C56-8E81-DDCE66D639CE}" dt="2026-10-04T19:02:03.045" v="191" actId="255"/>
          <ac:spMkLst>
            <pc:docMk/>
            <pc:sldMk cId="3375819443" sldId="267"/>
            <ac:spMk id="6" creationId="{A3083AF7-7A8B-BE8B-5912-A5D8C76A752E}"/>
          </ac:spMkLst>
        </pc:spChg>
      </pc:sldChg>
      <pc:sldChg chg="addSp delSp modSp new mod modAnim">
        <pc:chgData name="Prashant Jangir" userId="17be02d142f14037" providerId="LiveId" clId="{75D09DB6-720B-4C56-8E81-DDCE66D639CE}" dt="2026-10-04T19:12:19.105" v="293"/>
        <pc:sldMkLst>
          <pc:docMk/>
          <pc:sldMk cId="3683300620" sldId="268"/>
        </pc:sldMkLst>
        <pc:spChg chg="del">
          <ac:chgData name="Prashant Jangir" userId="17be02d142f14037" providerId="LiveId" clId="{75D09DB6-720B-4C56-8E81-DDCE66D639CE}" dt="2026-10-04T19:03:38.725" v="201" actId="478"/>
          <ac:spMkLst>
            <pc:docMk/>
            <pc:sldMk cId="3683300620" sldId="268"/>
            <ac:spMk id="3" creationId="{2E40543A-C0CC-7530-890D-EFE59A605AD2}"/>
          </ac:spMkLst>
        </pc:spChg>
        <pc:spChg chg="add mod">
          <ac:chgData name="Prashant Jangir" userId="17be02d142f14037" providerId="LiveId" clId="{75D09DB6-720B-4C56-8E81-DDCE66D639CE}" dt="2026-10-04T19:05:11.549" v="207" actId="255"/>
          <ac:spMkLst>
            <pc:docMk/>
            <pc:sldMk cId="3683300620" sldId="268"/>
            <ac:spMk id="4" creationId="{74005784-53E2-B65B-0348-8FD95D1FD924}"/>
          </ac:spMkLst>
        </pc:spChg>
        <pc:spChg chg="add mod">
          <ac:chgData name="Prashant Jangir" userId="17be02d142f14037" providerId="LiveId" clId="{75D09DB6-720B-4C56-8E81-DDCE66D639CE}" dt="2026-10-04T19:06:11.809" v="212" actId="1076"/>
          <ac:spMkLst>
            <pc:docMk/>
            <pc:sldMk cId="3683300620" sldId="268"/>
            <ac:spMk id="5" creationId="{A80AD6AB-02DC-240C-6ECA-8A56FF7A55AC}"/>
          </ac:spMkLst>
        </pc:spChg>
      </pc:sldChg>
      <pc:sldChg chg="addSp modSp new mod modAnim">
        <pc:chgData name="Prashant Jangir" userId="17be02d142f14037" providerId="LiveId" clId="{75D09DB6-720B-4C56-8E81-DDCE66D639CE}" dt="2026-10-04T19:12:54.810" v="303"/>
        <pc:sldMkLst>
          <pc:docMk/>
          <pc:sldMk cId="1093748580" sldId="269"/>
        </pc:sldMkLst>
        <pc:spChg chg="add mod">
          <ac:chgData name="Prashant Jangir" userId="17be02d142f14037" providerId="LiveId" clId="{75D09DB6-720B-4C56-8E81-DDCE66D639CE}" dt="2026-10-04T19:11:00.668" v="273" actId="1076"/>
          <ac:spMkLst>
            <pc:docMk/>
            <pc:sldMk cId="1093748580" sldId="269"/>
            <ac:spMk id="2" creationId="{1DBF197B-479D-63AE-8756-0303C0D1F9A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57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D909A06-A364-5E3D-6D27-7FAA213C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2" y="1830774"/>
            <a:ext cx="10827328" cy="4332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1E58F-1A72-99FC-BFB5-C1A7E18D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93EAD-9C49-0E73-60D2-E95D760F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1C29A-9EE1-5B40-D317-4A98FF03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071529"/>
            <a:ext cx="5257800" cy="1981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257800"/>
            <a:ext cx="5257800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886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326112-1BD1-F5C0-ED77-E41EEFB03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0" y="1142999"/>
            <a:ext cx="4807529" cy="31886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8300B8C-A996-EF72-0213-6F8F90333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0" y="4560236"/>
            <a:ext cx="4807529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91098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8619" y="609601"/>
            <a:ext cx="5447581" cy="37683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8618" y="4662326"/>
            <a:ext cx="5447582" cy="158607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74772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1" y="529496"/>
            <a:ext cx="10827330" cy="9906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1" y="5337048"/>
            <a:ext cx="10827329" cy="9875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3C616236-6C34-2AB3-9A30-9F0CB3F4E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019299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71622" b="-4719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9772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4600" y="609600"/>
            <a:ext cx="5188529" cy="49530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8504" y="5867400"/>
            <a:ext cx="5188529" cy="3775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A3E0057A-BBE1-599B-C438-DC65F961459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05500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50" y="4038601"/>
            <a:ext cx="6587550" cy="22098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038601"/>
            <a:ext cx="3657600" cy="220979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609598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6486" b="-3232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4548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4359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7436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1CED7D0-671B-7F63-5130-E35828AB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340668"/>
            <a:ext cx="6932507" cy="113583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2A82A9B-9EBD-0A77-F607-E839D43652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9" y="2743200"/>
            <a:ext cx="6932508" cy="3419856"/>
          </a:xfrm>
          <a:noFill/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2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82C81-1CE9-A2E1-1417-0667434DFD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FFC3A-D237-7CAA-92EF-DF9B810EB2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7B383-8CF2-6BB2-8F46-605FE9710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3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3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2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B878F-3C07-D360-EC90-8FEFB87A77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8733C-68A4-04E1-A968-B5C15E3F7E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9E97-1DED-CCA3-AF67-F1BAD79A819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35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2EDB1F-A73E-55BD-6BDA-F6497810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8024" y="855636"/>
            <a:ext cx="5796484" cy="10707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4047690-7015-54CB-752C-C1C7BE42D7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08024" y="2057400"/>
            <a:ext cx="5798176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71DA00E-F240-EC85-5E2B-4DE591F61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sz="900"/>
          </a:p>
        </p:txBody>
      </p:sp>
      <p:sp>
        <p:nvSpPr>
          <p:cNvPr id="5" name="Date Placeholder 8">
            <a:extLst>
              <a:ext uri="{FF2B5EF4-FFF2-40B4-BE49-F238E27FC236}">
                <a16:creationId xmlns:a16="http://schemas.microsoft.com/office/drawing/2014/main" id="{EED5FCE3-5050-A9AE-69B1-6AAB64B6317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505380" y="6346745"/>
            <a:ext cx="176235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15DD76-F653-F74F-4DCD-674241F38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50612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50141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85287"/>
            <a:ext cx="4973865" cy="147022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24600" y="1385287"/>
            <a:ext cx="5181600" cy="3491513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DAA7E-55EA-19E9-ECC7-C74FE582C0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3C363-6C3B-E28D-06F5-AB2EC53D7B8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3258A-CFF4-775F-A29D-30D91D4A5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21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20333"/>
            <a:ext cx="7208520" cy="57506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4084" y="1600200"/>
            <a:ext cx="5735507" cy="2590800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391C811-7699-F021-4CCB-539ACAD0B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8871" y="6343955"/>
            <a:ext cx="273918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D4E6C4-6819-0DF7-D9C4-34177C161B9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785216" y="6343954"/>
            <a:ext cx="22026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8998F3-C99E-11E5-BC33-937A455B2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82179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14393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1388700"/>
            <a:ext cx="3859262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0" y="1389134"/>
            <a:ext cx="6357117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56440-14E3-7B9A-D161-08AB10B8DC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8A7CF-81AE-0AC6-B47B-E2C1EA9D9A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578E8-BCF2-BF9D-84B5-AA93D14D0D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1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050111"/>
            <a:ext cx="3425026" cy="397710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05601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C54C37D-3064-C3C9-078B-4FC8A705F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277C0F5-D964-B2D1-0F39-EC17AB074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5146772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685799"/>
            <a:ext cx="3276601" cy="547725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1" y="685800"/>
            <a:ext cx="6858000" cy="5477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77C0F-A50D-ABB1-D91B-F877E2E8297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E0A937-543E-BBB8-39DD-1E9A45291F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C33EC-C7FC-72B4-C208-8BA6FD4B58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97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687494"/>
            <a:ext cx="2618139" cy="201761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7171" y="687492"/>
            <a:ext cx="7500648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011" r="-15011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2983064"/>
            <a:ext cx="2625774" cy="3187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A72B8-D6F1-AF2B-DF03-17FD2A737E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DF5D5-DF03-873F-A2DA-E5C0EF793F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0C7DB-FD9D-21A6-66CB-087260FBA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12268"/>
            <a:ext cx="3953296" cy="1127275"/>
          </a:xfrm>
        </p:spPr>
        <p:txBody>
          <a:bodyPr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5800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4691" b="-980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5012267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2910-904E-268B-43B3-CAE9F2E4A0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FEBCC-AB7F-E034-5C1D-1AFF70FC780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EE381-D50D-08D2-2D1B-9E61241A22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36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953296" cy="1127275"/>
          </a:xfrm>
        </p:spPr>
        <p:txBody>
          <a:bodyPr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685800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212152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6364" b="-813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51189-9025-E7C1-B611-A7A2BD03B4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EA616-DF83-AFFF-BC05-5AF6783B358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BF149-C859-79EF-0D12-15B124182A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64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4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B16A7-2B91-9487-82EB-D7D5121984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7B84B-FBFC-D589-881E-D4EA9886A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3CF0F-496C-B902-B8FD-2D816F5CB7A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31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687492"/>
            <a:ext cx="6308414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7494" y="2997200"/>
            <a:ext cx="6308414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26407" y="687492"/>
            <a:ext cx="3878100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5737" r="-7573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D054A-88D2-8AC5-BB55-C59F527695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5A21E-8763-2E88-7470-09E43DCB7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99C91-F0A3-3A11-A3D6-7F34DD79D6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86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522" y="687494"/>
            <a:ext cx="5662983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8871" y="687492"/>
            <a:ext cx="4452410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9518" r="-595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41522" y="2053560"/>
            <a:ext cx="567160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F20DA-AED3-283F-9A9E-1F1BCED1D0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F5FD8-373C-BC99-B74A-71C2F138E47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C579E-F3C4-55B0-6D77-9FEBF71C56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162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69" y="687494"/>
            <a:ext cx="6318225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8871" y="2053560"/>
            <a:ext cx="632784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07542" y="687492"/>
            <a:ext cx="3805587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7197" r="-6719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FC07B-DBB3-6713-7446-1CB062A175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CE356-8F45-9528-A1A3-57FFB6F123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DD9CF-D579-D07B-C24D-5A89B1A420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995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3880757"/>
            <a:ext cx="2978729" cy="22823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732115"/>
            <a:ext cx="10827329" cy="27112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4535" b="-3999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880758"/>
            <a:ext cx="7404607" cy="22823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808D1-FDEB-C4DA-A78C-86E9E878FF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C3112-C844-AF9C-BD29-9F54BFB4BEA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3455F-03AC-59D9-5F32-49E6590DEC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72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443498" cy="233045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3267" y="685800"/>
            <a:ext cx="6892933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3636524"/>
            <a:ext cx="10827329" cy="2513999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4491" b="-49353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1176D-6F59-6E6F-1B64-88FAB9F6DC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15A84-35DF-61C1-E0CD-9C9F5E85A15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8B36-4FE1-E52B-160B-145190055F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73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65601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731" r="-873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48599" y="1830773"/>
            <a:ext cx="3657601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C74D3-4953-87AB-DEFD-DAE552B32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4D3FF-FC3B-DF81-D68A-C24A7A51E7F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1B140-6B27-A9E5-686F-E0A1260B13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78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51123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363" r="-253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62821" y="1830773"/>
            <a:ext cx="5143379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CDA6C-1820-A056-2B4A-240B4D831E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3D0EB-A6DA-C46E-D18F-B61C44EF04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B683A-634D-19CA-3758-07887799DC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27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74130" cy="126948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173850"/>
            <a:ext cx="4274130" cy="3963682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2473" r="-3247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3333" y="685800"/>
            <a:ext cx="5932867" cy="5477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79C85-F436-B8CC-25B1-1484A2E6D9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E5895-9C3C-E2ED-0696-017C51EB8F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10E32-BBC0-38C8-4A92-51464FFB2E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981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763" y="687493"/>
            <a:ext cx="6724438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7492"/>
            <a:ext cx="3435929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91918" r="-919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3374" y="2419354"/>
            <a:ext cx="671421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34C21-9AE9-F631-7C47-0FF6C59427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4C698-492C-2FAD-95DB-969CC69A600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39C1F-4C6E-483B-915F-317EFA8BE9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3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687493"/>
            <a:ext cx="7379174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419354"/>
            <a:ext cx="736795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24022" y="687492"/>
            <a:ext cx="2789107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4830" r="-124830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1B279-14F8-811B-68AF-FDEBF89CFB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87AEB-2562-14F9-A50E-AD7A31F76AD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BF552-6277-D4E7-9B98-D4080873F74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90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218" y="687493"/>
            <a:ext cx="7758911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7494" y="687492"/>
            <a:ext cx="2360507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6574" r="-15657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54218" y="1953528"/>
            <a:ext cx="7750288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34294-24E0-2032-5C49-55BAB969D4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2AC9E-77BC-1AD2-8EB8-923CDF4BBE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8A83-D457-8B0A-7A32-F95024D8D5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78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31" y="687493"/>
            <a:ext cx="8424453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1953528"/>
            <a:ext cx="8415090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69355" y="687492"/>
            <a:ext cx="1722308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33120" r="-23312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3ABC3-6B6D-93A5-5D5C-31E2D53D3F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FF304-5BE8-9322-A906-1705F80BA2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9EE94-4C42-847B-A24C-BB0C72B4D2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076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2855064" cy="297267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3942324"/>
            <a:ext cx="2855065" cy="220657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733" r="-1873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4267" y="687492"/>
            <a:ext cx="7348626" cy="5483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D4A13-0539-3541-39AF-1B480EBA2F2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ACC0E-954E-D09D-5796-336CDFE59B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00B6B-DAF9-BF70-8202-C26BBB5E74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45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26CE28-2F47-41A4-DF25-8AEC2F9F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27214"/>
            <a:ext cx="7620000" cy="1135842"/>
          </a:xfrm>
        </p:spPr>
        <p:txBody>
          <a:bodyPr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7B16B5-93A5-3ACF-80AB-6B1967DD6D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8872" y="2743201"/>
            <a:ext cx="5638800" cy="2284013"/>
          </a:xfrm>
        </p:spPr>
        <p:txBody>
          <a:bodyPr anchor="b"/>
          <a:lstStyle>
            <a:lvl1pPr marL="0" indent="0">
              <a:buNone/>
              <a:defRPr sz="138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67011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4800600"/>
            <a:ext cx="5943600" cy="1388534"/>
          </a:xfrm>
        </p:spPr>
        <p:txBody>
          <a:bodyPr vert="horz" lIns="91440" tIns="45720" rIns="91440" bIns="45720" rtlCol="0" anchor="t">
            <a:normAutofit/>
          </a:bodyPr>
          <a:lstStyle>
            <a:lvl1pPr algn="r">
              <a:lnSpc>
                <a:spcPct val="110000"/>
              </a:lnSpc>
              <a:defRPr lang="en-US" sz="2000" dirty="0">
                <a:latin typeface="+mn-lt"/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1" y="1676400"/>
            <a:ext cx="5943600" cy="31242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13800" b="0" dirty="0">
                <a:latin typeface="+mj-lt"/>
              </a:defRPr>
            </a:lvl1pPr>
          </a:lstStyle>
          <a:p>
            <a:pPr marL="0" lvl="0" indent="0">
              <a:lnSpc>
                <a:spcPct val="90000"/>
              </a:lnSpc>
              <a:buNone/>
            </a:pPr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1429174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804" y="4191001"/>
            <a:ext cx="8470392" cy="1762537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lang="en-US" sz="2000" b="0" kern="1200" cap="all" spc="6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0804" y="694935"/>
            <a:ext cx="8470392" cy="3496065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3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0038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39147" y="1830774"/>
            <a:ext cx="9113707" cy="3196443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lang="en-US" sz="4000" b="0" cap="all" spc="600" baseline="0" dirty="0">
                <a:ea typeface="+mj-ea"/>
                <a:cs typeface="+mj-cs"/>
              </a:defRPr>
            </a:lvl1pPr>
            <a:lvl2pPr marL="228600" indent="0" algn="ctr">
              <a:lnSpc>
                <a:spcPct val="90000"/>
              </a:lnSpc>
              <a:buNone/>
              <a:defRPr lang="en-US" sz="2000" dirty="0"/>
            </a:lvl2pPr>
            <a:lvl3pPr marL="457200" indent="0" algn="ctr">
              <a:lnSpc>
                <a:spcPct val="90000"/>
              </a:lnSpc>
              <a:buNone/>
              <a:defRPr lang="en-US" sz="2000" dirty="0"/>
            </a:lvl3pPr>
            <a:lvl4pPr marL="685800" indent="0" algn="ctr">
              <a:lnSpc>
                <a:spcPct val="90000"/>
              </a:lnSpc>
              <a:buNone/>
              <a:defRPr lang="en-US" sz="2000" dirty="0"/>
            </a:lvl4pPr>
            <a:lvl5pPr marL="914400" indent="0" algn="ctr">
              <a:lnSpc>
                <a:spcPct val="90000"/>
              </a:lnSpc>
              <a:buNone/>
              <a:defRPr lang="en-US" sz="2000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6873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1325691"/>
            <a:ext cx="7169728" cy="483736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90131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A9D377F-07AE-65AF-821F-A5C0F12804B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720332"/>
            <a:ext cx="6702552" cy="43068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41688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400" y="5440680"/>
            <a:ext cx="6400800" cy="640080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05400" y="1600200"/>
            <a:ext cx="6400800" cy="3332480"/>
          </a:xfrm>
        </p:spPr>
        <p:txBody>
          <a:bodyPr anchor="b">
            <a:normAutofit/>
          </a:bodyPr>
          <a:lstStyle>
            <a:lvl1pPr marL="164592" indent="-164592" algn="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9104863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A93739-F149-35A6-ADA9-A0193DD6D4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872" y="5440354"/>
            <a:ext cx="5102352" cy="669472"/>
          </a:xfrm>
        </p:spPr>
        <p:txBody>
          <a:bodyPr anchor="ctr"/>
          <a:lstStyle>
            <a:lvl1pPr>
              <a:lnSpc>
                <a:spcPct val="120000"/>
              </a:lnSpc>
              <a:defRPr sz="1600" spc="0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2" y="914400"/>
            <a:ext cx="5102352" cy="420624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48248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943EF64-B72A-842D-443E-85E51FB9C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5600" y="4602480"/>
            <a:ext cx="6400800" cy="64008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0648D1EC-4439-0A29-775B-BBF446B5FEC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6850" y="1143000"/>
            <a:ext cx="9258300" cy="2951480"/>
          </a:xfrm>
        </p:spPr>
        <p:txBody>
          <a:bodyPr anchor="b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9709600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C948E0A-DAAD-770F-21DF-99504CDB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2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6122" y="2057399"/>
            <a:ext cx="5140007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2" y="2057399"/>
            <a:ext cx="5140328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833E-541C-85C6-BF1E-EC605C8F4B3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C70C3-D6A0-EE88-649F-33534359824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95649-E940-A4B1-5901-B56C3AF3CD3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41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B7E0276-8109-589D-7633-DD4218D7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0" y="694932"/>
            <a:ext cx="10827329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0" y="1954766"/>
            <a:ext cx="514741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5774" y="1954766"/>
            <a:ext cx="514191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68456CB-E141-4FD9-87C3-ECEBF8A7D9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0459" y="2788468"/>
            <a:ext cx="5145670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8C7E4C7-BE12-E106-3871-9FD922E346B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1" y="2788468"/>
            <a:ext cx="5140177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0D6F2-E303-8711-DD86-38797649A73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E9AFB-293B-FDFA-726C-92E53E70E9A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F8AA-F8D4-60EA-F11A-6775234BA5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965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A025B8-8BA0-89AA-4360-51FBAF2B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59BD1-7576-196A-D571-FD57E7190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4E8B1-4F38-9B1B-6424-6BC2452D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E196-21CE-CE9F-7563-03912CCB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392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9ECF3-58F8-D0BC-147E-E4CFB492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39631-83CC-B848-B327-B33DAF5A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70C40-BA47-C8B9-46F3-E3616FA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886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85800"/>
            <a:ext cx="3962398" cy="1616185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1" y="2590800"/>
            <a:ext cx="3962399" cy="357225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685800"/>
            <a:ext cx="6371491" cy="546812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2065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42643" cy="162493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679" y="2826137"/>
            <a:ext cx="4230787" cy="3336920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40483" y="698756"/>
            <a:ext cx="6165717" cy="5442639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837" r="-28837"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27748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5417129" cy="1819664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871" y="3276599"/>
            <a:ext cx="10827329" cy="28864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79F71-BB04-AC80-5A43-4718DF5050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1D9A8-162F-30DE-21D0-F531C2AC38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03FBD-DD44-33D2-4C38-3C6BF9FB5E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345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06305"/>
            <a:ext cx="6370507" cy="184202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701660"/>
            <a:ext cx="6370507" cy="232555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9DDBCCE-CCAB-448A-1E13-595ADE9E2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2C093BF-07F3-517D-599F-4A80C3D44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592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8"/>
            <a:ext cx="10825637" cy="792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2" y="1676400"/>
            <a:ext cx="10825636" cy="4486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D7982C74-1A7B-1EF6-C767-EC1102B8BC05}"/>
              </a:ext>
            </a:extLst>
          </p:cNvPr>
          <p:cNvSpPr/>
          <p:nvPr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1C58F15E-3B29-FA0D-33D1-930904DB63AC}"/>
              </a:ext>
            </a:extLst>
          </p:cNvPr>
          <p:cNvSpPr/>
          <p:nvPr userDrawn="1"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ACE51C6-D285-36B9-E05D-34304BF86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3C65791-CE33-6F98-64A9-9C6803567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C4E2BDE-BF41-53AE-AAF9-E1E0BE6AB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91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  <p:sldLayoutId id="2147484024" r:id="rId13"/>
    <p:sldLayoutId id="2147484025" r:id="rId14"/>
    <p:sldLayoutId id="2147484026" r:id="rId15"/>
    <p:sldLayoutId id="2147484027" r:id="rId16"/>
    <p:sldLayoutId id="2147484028" r:id="rId17"/>
    <p:sldLayoutId id="2147484029" r:id="rId18"/>
    <p:sldLayoutId id="2147484030" r:id="rId19"/>
    <p:sldLayoutId id="2147484031" r:id="rId20"/>
    <p:sldLayoutId id="2147484032" r:id="rId21"/>
    <p:sldLayoutId id="2147484033" r:id="rId22"/>
    <p:sldLayoutId id="2147484034" r:id="rId23"/>
    <p:sldLayoutId id="2147484035" r:id="rId24"/>
    <p:sldLayoutId id="2147484036" r:id="rId25"/>
    <p:sldLayoutId id="2147484037" r:id="rId26"/>
    <p:sldLayoutId id="2147484038" r:id="rId27"/>
    <p:sldLayoutId id="2147484039" r:id="rId28"/>
    <p:sldLayoutId id="2147484040" r:id="rId29"/>
    <p:sldLayoutId id="2147484041" r:id="rId30"/>
    <p:sldLayoutId id="2147484042" r:id="rId31"/>
    <p:sldLayoutId id="2147484043" r:id="rId32"/>
    <p:sldLayoutId id="2147484044" r:id="rId33"/>
    <p:sldLayoutId id="2147484045" r:id="rId34"/>
    <p:sldLayoutId id="2147484046" r:id="rId35"/>
    <p:sldLayoutId id="2147484047" r:id="rId36"/>
    <p:sldLayoutId id="2147484048" r:id="rId37"/>
    <p:sldLayoutId id="2147484049" r:id="rId38"/>
    <p:sldLayoutId id="2147484050" r:id="rId39"/>
    <p:sldLayoutId id="2147484051" r:id="rId40"/>
    <p:sldLayoutId id="2147484052" r:id="rId41"/>
    <p:sldLayoutId id="2147484053" r:id="rId42"/>
    <p:sldLayoutId id="2147484054" r:id="rId43"/>
    <p:sldLayoutId id="2147484055" r:id="rId44"/>
    <p:sldLayoutId id="2147484056" r:id="rId45"/>
    <p:sldLayoutId id="2147484057" r:id="rId46"/>
    <p:sldLayoutId id="2147484058" r:id="rId47"/>
    <p:sldLayoutId id="2147484059" r:id="rId48"/>
    <p:sldLayoutId id="2147484060" r:id="rId49"/>
    <p:sldLayoutId id="2147484061" r:id="rId50"/>
    <p:sldLayoutId id="2147484062" r:id="rId51"/>
    <p:sldLayoutId id="2147484063" r:id="rId5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0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 userDrawn="1">
          <p15:clr>
            <a:srgbClr val="F26B43"/>
          </p15:clr>
        </p15:guide>
        <p15:guide id="28" pos="3840" userDrawn="1">
          <p15:clr>
            <a:srgbClr val="F26B43"/>
          </p15:clr>
        </p15:guide>
        <p15:guide id="29" pos="7296" userDrawn="1">
          <p15:clr>
            <a:srgbClr val="F26B43"/>
          </p15:clr>
        </p15:guide>
        <p15:guide id="30" pos="3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670884" cy="1255295"/>
          </a:xfrm>
        </p:spPr>
        <p:txBody>
          <a:bodyPr>
            <a:normAutofit/>
          </a:bodyPr>
          <a:lstStyle/>
          <a:p>
            <a:r>
              <a:rPr lang="en-US" dirty="0"/>
              <a:t>File handler with voice file assistant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1F9D4-3B13-DBC6-4E0F-E91491C9C201}"/>
              </a:ext>
            </a:extLst>
          </p:cNvPr>
          <p:cNvSpPr txBox="1"/>
          <p:nvPr/>
        </p:nvSpPr>
        <p:spPr>
          <a:xfrm>
            <a:off x="6625389" y="4074694"/>
            <a:ext cx="4251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Presenter : Prashant Jangir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164FF-B07E-F43F-D283-188E67270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Table of Contents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CDE3F-4C4F-B2E9-3297-727B2D6D5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Introduction</a:t>
            </a:r>
          </a:p>
          <a:p>
            <a:r>
              <a:rPr lang="en-US" dirty="0"/>
              <a:t>2. Project Overview</a:t>
            </a:r>
          </a:p>
          <a:p>
            <a:r>
              <a:rPr lang="en-US" dirty="0"/>
              <a:t>3. Core Objectives</a:t>
            </a:r>
          </a:p>
          <a:p>
            <a:r>
              <a:rPr lang="en-US" dirty="0"/>
              <a:t>4. Dashboard Features &amp; Case Studies</a:t>
            </a:r>
          </a:p>
          <a:p>
            <a:r>
              <a:rPr lang="en-US" dirty="0"/>
              <a:t>5. System Architecture</a:t>
            </a:r>
          </a:p>
          <a:p>
            <a:r>
              <a:rPr lang="en-US" dirty="0"/>
              <a:t>6. Results &amp; Key Findings</a:t>
            </a:r>
          </a:p>
          <a:p>
            <a:r>
              <a:rPr lang="en-US" dirty="0"/>
              <a:t>7. Conclusion &amp; Future Roadmap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115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52E4-FC26-BCED-7DE9-17FB67954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74692C-5020-0B8D-362A-8EBF6920BE98}"/>
              </a:ext>
            </a:extLst>
          </p:cNvPr>
          <p:cNvSpPr txBox="1"/>
          <p:nvPr/>
        </p:nvSpPr>
        <p:spPr>
          <a:xfrm>
            <a:off x="11575" y="939212"/>
            <a:ext cx="42151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1. Introduction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</a:t>
            </a:r>
            <a:endParaRPr lang="en-IN" sz="3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2ADEB8-0999-63AB-D94D-A336AE10801E}"/>
              </a:ext>
            </a:extLst>
          </p:cNvPr>
          <p:cNvSpPr txBox="1"/>
          <p:nvPr/>
        </p:nvSpPr>
        <p:spPr>
          <a:xfrm>
            <a:off x="366339" y="2136338"/>
            <a:ext cx="106527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The Everyday File Problem:</a:t>
            </a:r>
            <a:r>
              <a:rPr lang="en-IN" sz="2000" dirty="0"/>
              <a:t> Users repeat simple file tasks across folders and terminals.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The Usability Gap:</a:t>
            </a:r>
            <a:r>
              <a:rPr lang="en-IN" sz="2000" dirty="0"/>
              <a:t> A useful tool should simplify Linux file management without memorizing complex shell commands (rm, mv, cat).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The Core Vision:</a:t>
            </a:r>
            <a:r>
              <a:rPr lang="en-IN" sz="2000" dirty="0"/>
              <a:t> File Handler Pro bridges the gap between Linux CLI power and user-friendly automation.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Voice-First Assistance:</a:t>
            </a:r>
            <a:r>
              <a:rPr lang="en-IN" sz="2000" dirty="0"/>
              <a:t> Natural phrases are normalised and mapped to safe Linux shell actions.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Purpose &amp; Impact:</a:t>
            </a:r>
            <a:r>
              <a:rPr lang="en-IN" sz="2000" dirty="0"/>
              <a:t> Deliver a transparent, college-ready automation project with visible validation and clear terminal feedback.</a:t>
            </a:r>
          </a:p>
          <a:p>
            <a:endParaRPr lang="en-IN" sz="20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86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89CC9-754D-7FA1-45B0-260BB722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430" y="0"/>
            <a:ext cx="10652760" cy="914400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2. Project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E082A7-46E4-7196-65AF-AFF23B0C6AFF}"/>
              </a:ext>
            </a:extLst>
          </p:cNvPr>
          <p:cNvSpPr txBox="1"/>
          <p:nvPr/>
        </p:nvSpPr>
        <p:spPr>
          <a:xfrm>
            <a:off x="800099" y="2266949"/>
            <a:ext cx="7038975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Built with Python and </a:t>
            </a:r>
            <a:r>
              <a:rPr lang="en-IN" sz="2000" dirty="0" err="1"/>
              <a:t>Streamlit</a:t>
            </a:r>
            <a:r>
              <a:rPr lang="en-IN" sz="2000" dirty="0"/>
              <a:t> for local file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Dashboard actions cover creating, reading, updating, and deleting text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Users can view and download file contents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Storage summaries include file lists, PDFs, largest file, and total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 voice assistant transcribes spoken requests for supported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7228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866B2-7F89-1709-7E57-A1BCF4A56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06305"/>
            <a:ext cx="6370507" cy="1189170"/>
          </a:xfrm>
        </p:spPr>
        <p:txBody>
          <a:bodyPr/>
          <a:lstStyle/>
          <a:p>
            <a:r>
              <a:rPr lang="en-IN" dirty="0"/>
              <a:t>3.CORE OBJECTIVES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E9D55-13E7-A5CF-BA49-AE87DF2427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162175"/>
            <a:ext cx="6370507" cy="4143375"/>
          </a:xfrm>
        </p:spPr>
        <p:txBody>
          <a:bodyPr>
            <a:normAutofit fontScale="40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6200" dirty="0"/>
              <a:t>Provide common text-file tasks from one browser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6200" dirty="0"/>
              <a:t>Keep managed file operations within the app’s storage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6200" dirty="0"/>
              <a:t>Make stored files and storage usage easier to inspect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6200" dirty="0"/>
              <a:t>Offer voice control for a limited set of common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6200" dirty="0"/>
              <a:t>Protect destructive changes with path checks and delete confirmation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500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2B789-54E3-2EBD-ED87-AA3AB2CAE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2F7D88-82B3-DC91-8D23-6548A448C19E}"/>
              </a:ext>
            </a:extLst>
          </p:cNvPr>
          <p:cNvSpPr txBox="1"/>
          <p:nvPr/>
        </p:nvSpPr>
        <p:spPr>
          <a:xfrm>
            <a:off x="612648" y="665235"/>
            <a:ext cx="90647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4. DASHBOARD FEATURES &amp; CASE STUDIES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5ADE1-F5E4-A13C-C319-D07113470AB1}"/>
              </a:ext>
            </a:extLst>
          </p:cNvPr>
          <p:cNvSpPr txBox="1"/>
          <p:nvPr/>
        </p:nvSpPr>
        <p:spPr>
          <a:xfrm>
            <a:off x="1320509" y="1438275"/>
            <a:ext cx="632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• FILE ACTIONS • VOICE • STORAGE INSIGHTS</a:t>
            </a:r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C8777-CB2A-9D73-FA46-427C2172A193}"/>
              </a:ext>
            </a:extLst>
          </p:cNvPr>
          <p:cNvSpPr txBox="1"/>
          <p:nvPr/>
        </p:nvSpPr>
        <p:spPr>
          <a:xfrm>
            <a:off x="1924051" y="2411700"/>
            <a:ext cx="555307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Create, read, update, or delete text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View, download, filter PDFs, and review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Voice covers selected file tasks and storage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Illustrative—not measured—cases: manage notes; review PDFs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32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E3582A-1F67-44F5-4AD4-F17458D492E4}"/>
              </a:ext>
            </a:extLst>
          </p:cNvPr>
          <p:cNvSpPr txBox="1"/>
          <p:nvPr/>
        </p:nvSpPr>
        <p:spPr>
          <a:xfrm>
            <a:off x="447675" y="1085850"/>
            <a:ext cx="52197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5. SYSTEM ARCHITECTURE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7978B5-127F-0269-A746-B5EECB3775B1}"/>
              </a:ext>
            </a:extLst>
          </p:cNvPr>
          <p:cNvSpPr txBox="1"/>
          <p:nvPr/>
        </p:nvSpPr>
        <p:spPr>
          <a:xfrm>
            <a:off x="923926" y="2475160"/>
            <a:ext cx="619125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Linux terminal starts the local Python 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Streamlit</a:t>
            </a:r>
            <a:r>
              <a:rPr lang="en-IN" sz="2000" dirty="0"/>
              <a:t> renders the dashboard in the browser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Python validates names and routes file actions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pathlib</a:t>
            </a:r>
            <a:r>
              <a:rPr lang="en-IN" sz="2000" dirty="0"/>
              <a:t> reads and writes files beneath storage/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Voice path: browser audio → transcription → phrase match → 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3218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19683-CC0A-2357-905A-B1E1D5924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C1BBD2-F879-1DDB-D3DC-161C52948702}"/>
              </a:ext>
            </a:extLst>
          </p:cNvPr>
          <p:cNvSpPr txBox="1"/>
          <p:nvPr/>
        </p:nvSpPr>
        <p:spPr>
          <a:xfrm>
            <a:off x="857250" y="838200"/>
            <a:ext cx="6163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6. RESULTS  AND KEYFINDINGS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083AF7-7A8B-BE8B-5912-A5D8C76A752E}"/>
              </a:ext>
            </a:extLst>
          </p:cNvPr>
          <p:cNvSpPr txBox="1"/>
          <p:nvPr/>
        </p:nvSpPr>
        <p:spPr>
          <a:xfrm>
            <a:off x="1447800" y="2095500"/>
            <a:ext cx="862396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current app implements create, read, update, and delete for text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It can list stored files, filter PDFs, and report largest-file and storage totals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Voice requests cover selected file actions, listings, and storage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Path checks and delete confirmation guard key file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No performance benchmarks or user-study results were provided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7581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68A38-88C1-FDCE-B86F-11AACB59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05784-53E2-B65B-0348-8FD95D1FD924}"/>
              </a:ext>
            </a:extLst>
          </p:cNvPr>
          <p:cNvSpPr txBox="1"/>
          <p:nvPr/>
        </p:nvSpPr>
        <p:spPr>
          <a:xfrm>
            <a:off x="942975" y="819150"/>
            <a:ext cx="757207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7. CONCLUSION &amp; FUTURE ROADMAP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AD6AB-02DC-240C-6ECA-8A56FF7A55AC}"/>
              </a:ext>
            </a:extLst>
          </p:cNvPr>
          <p:cNvSpPr txBox="1"/>
          <p:nvPr/>
        </p:nvSpPr>
        <p:spPr>
          <a:xfrm>
            <a:off x="1562100" y="1847850"/>
            <a:ext cx="7526869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File Handler Pro is a local browser-based file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Linux starts the app; the browser is where users manage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Potential next step: add offline voice recognition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Potential next step: add file history and restore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Potential next step: add broader search and file previews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330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BF197B-479D-63AE-8756-0303C0D1F9AB}"/>
              </a:ext>
            </a:extLst>
          </p:cNvPr>
          <p:cNvSpPr txBox="1"/>
          <p:nvPr/>
        </p:nvSpPr>
        <p:spPr>
          <a:xfrm>
            <a:off x="4905375" y="2854464"/>
            <a:ext cx="6048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9374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</p:bldLst>
  </p:timing>
</p:sld>
</file>

<file path=ppt/theme/theme1.xml><?xml version="1.0" encoding="utf-8"?>
<a:theme xmlns:a="http://schemas.openxmlformats.org/drawingml/2006/main" name="Northern lights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3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rthern lights_e16e022e-be2c-4e5f-a1a0-12ee95ec224d_wac_v2" id="{B6B6850C-8787-446D-AEF8-4F4B369C2BE6}" vid="{B649D6A8-486A-404C-BAE4-F6DCFECB1A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AF6374-A7FD-4717-AFE0-646B462CEB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99ED26-B189-4BA1-99D0-1112D8C2F106}">
  <ds:schemaRefs>
    <ds:schemaRef ds:uri="http://purl.org/dc/terms/"/>
    <ds:schemaRef ds:uri="http://schemas.microsoft.com/office/2006/metadata/properties"/>
    <ds:schemaRef ds:uri="http://purl.org/dc/dcmitype/"/>
    <ds:schemaRef ds:uri="http://schemas.microsoft.com/office/2006/documentManagement/types"/>
    <ds:schemaRef ds:uri="230e9df3-be65-4c73-a93b-d1236ebd677e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16c05727-aa75-4e4a-9b5f-8a80a1165891"/>
    <ds:schemaRef ds:uri="71af3243-3dd4-4a8d-8c0d-dd76da1f02a5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{151DA35B-E1E8-4E9C-B668-E1F10FDE7331}a68ed2e1-c015-4bc0-a84f-ee5b52e9f56e-TFe16e022e-be2c-4e5f-a1a0-12ee95ec224d7989ee22_win32</Template>
  <TotalTime>88</TotalTime>
  <Words>472</Words>
  <Application>Microsoft Office PowerPoint</Application>
  <PresentationFormat>Widescreen</PresentationFormat>
  <Paragraphs>54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Avenir Next LT Pro</vt:lpstr>
      <vt:lpstr>Northern lights</vt:lpstr>
      <vt:lpstr>File handler with voice file assistant</vt:lpstr>
      <vt:lpstr>Table of Contents </vt:lpstr>
      <vt:lpstr>PowerPoint Presentation</vt:lpstr>
      <vt:lpstr> 2. Project Overview</vt:lpstr>
      <vt:lpstr>3.CORE OBJECTIVES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Jangir</dc:creator>
  <cp:lastModifiedBy>Prashant Jangir</cp:lastModifiedBy>
  <cp:revision>1</cp:revision>
  <dcterms:created xsi:type="dcterms:W3CDTF">2026-09-29T19:23:34Z</dcterms:created>
  <dcterms:modified xsi:type="dcterms:W3CDTF">2026-10-04T19:13:04Z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